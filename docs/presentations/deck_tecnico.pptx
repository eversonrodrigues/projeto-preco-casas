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Pipeline ML — Preço de Casas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CDDEE"/>
                </a:solidFill>
                <a:latin typeface="Calibri"/>
              </a:rPr>
              <a:t>Arquitetura, decisões técnicas e métricas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Apresentação técnica  | 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1. Problema, dataset e métrica oficial (RMSLE)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2. Arquitetura do pipeline (src/ → API → Streamlit)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3. Pré-processamento e features (48 numéricas)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4. Estratégia de validação (KFold 5 + holdout 20%)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5. Grid search comparativo: Ridge baseline vs RF vs XGB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6. Hiperparâmetros vencedores e métricas finais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7. Decisões críticas (ADRs em docs/decisions.md)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8. Persistência, API e front-end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9. Cobertura de testes (16 testes pytest + AppTest)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10. Deploy, observabilidade e 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Stack escolhida e justificativa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E8A"/>
                </a:solidFill>
                <a:latin typeface="Calibri"/>
              </a:rPr>
              <a:t>Python 3.12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280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Escolha pragmática — 3.12 estável, deps ML maduras, compatível com Streamlit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E8A"/>
                </a:solidFill>
                <a:latin typeface="Calibri"/>
              </a:rPr>
              <a:t>scikit-learn 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7451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Padrão de fato para grid search + KFold + métricas. Pipeline determinístico.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E8A"/>
                </a:solidFill>
                <a:latin typeface="Calibri"/>
              </a:rPr>
              <a:t>XGBoost 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Estado da arte em tabular regression — ganhou pela menor CV RMSLE.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E8A"/>
                </a:solidFill>
                <a:latin typeface="Calibri"/>
              </a:rPr>
              <a:t>FastAPI + Pydantic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63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Validação de payload nativa; geração automática de OpenAPI.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E8A"/>
                </a:solidFill>
                <a:latin typeface="Calibri"/>
              </a:rPr>
              <a:t>Streamlit 1.39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576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Front-end com tempo de prototipagem ~10x menor que React+Flask.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E8A"/>
                </a:solidFill>
                <a:latin typeface="Calibri"/>
              </a:rPr>
              <a:t>Plotly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Gráficos interativos no dashboard, sem precisar de servidor de dashboards.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E8A"/>
                </a:solidFill>
                <a:latin typeface="Calibri"/>
              </a:rPr>
              <a:t>joblib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846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Persistência do modelo — padrão sklearn, suporta NumPy bem.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E8A"/>
                </a:solidFill>
                <a:latin typeface="Calibri"/>
              </a:rPr>
              <a:t>pytest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440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16 testes cobrindo preprocessing, predict, train e API.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Arquitetura — fluxo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E2A47"/>
                </a:solidFill>
                <a:latin typeface="Consolas"/>
              </a:rPr>
              <a:t>data/train_3_1.csv  ────►  src.data.load_data
                            │
                            └──► src.data.split_holdout (20%)
                                  │
                                  └──► src.preprocessing.prepare_features
                                        (48 numéricas, log1p no target)
                                        │
                              ┌─────────┴─────────┐
                              │                   │
                       run_grid_search('rf')    run_grid_search('xgb')
                       12 combos × 5 folds      24 combos × 5 folds
                              │                   │
                              └─────────┬─────────┘
                                        │
                          Vencedor: menor CV RMSLE
                                        │
                          src.train.save_model
                          (best_model.pkl + metadata.json)
                                        │
                              ┌─────────┴─────────┐
                              │                   │
                          api/main.py        app/streamlit_app
                          POST /predict     com fallback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Dataset — Ames Housing (Kaggle)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Origem: 'House Prices: Advanced Regression Techniques', Kaggle.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1460 imóveis no treino (com SalePrice), 1459 no teste (sem SalePrice).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85 colunas no treino: 50 numéricas + 35 object (categóricas).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Pré-processado pelas Partes 1 e 2 da série didática original.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As 35 colunas object foram descartadas (incluindo Neighborhood).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Sobraram 50 numéricas; tirando Id e SalePrice, ficam 48 features.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Dataset versionado no repo (data/train_3_1.csv, data/test_3_1.csv).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Sem NAs após pré-processamento — confirmado em 01_eda.ipynb.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Pré-processamento — src/preprocessing.py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select_dtypes(['int64', 'float64']) — apenas colunas numéricas.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Remove Id e SalePrice de X.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y = np.log1p(SalePrice) — alinha com a métrica oficial RMSLE.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FEATURE_NAMES é constante computada no import (single source of truth).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get_feature_defaults() retorna mediana — usado pela UI Streamlit.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Mesma função para treino e inferência — sem skew train/serve.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Decisão D-02: object cols descartadas (limitação herdada). Decisão D-01: log-transform escolhido para alinhar com RMSLE Kaggle. Decisão D-06: defaults via mediana — apenas para UI, não para treino.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Estratégia de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Holdout 20%: train_test_split(random_state=42) — NUNCA visto pelo grid.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CV interna: KFold(n_splits=5, shuffle=True, random_state=42).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Scoring: neg_root_mean_squared_error no log-target (= RMSLE).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Seleção do modelo final: menor RMSLE no CV (não no holdout — D-07).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Reporte final: métricas do holdout (RMSLE, MAE em USD, R²).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Mesmo split em todos os notebooks (random_state=42) para apples-to-apples.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Por que CV para selecionar e holdout para reportar?
Usar holdout para selecionar = vazamento. Usar CV para reportar = otimismo.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Grid search — espaços de busca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486400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RandomForest — 12 combos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n_estimators: [200, 500]
max_depth: [10, 20, None]
max_features: ['sqrt', 0.5]
Total: 2 × 3 × 2 × 5 folds = 60 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XGBoost — 24 combos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learning_rate: [0.05, 0.1]
max_depth: [4, 6, 10]
n_estimators: [300, 800]
colsample_bytree: [0.7, 1.0]
Total: 2 × 3 × 2 × 2 × 5 folds = 120 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11155680" cy="91440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Original (notebook das Partes 1-3): ~750 fits.  Reduzido aqui: 180 fits — ~4x mais rápido sem sacrificar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n_jobs=-1 no GridSearchCV (paralelismo nas folds × combos). n_jobs=1 nos estimadores para evitar sobre-paralelismo. tree_method='hist' no XGB para velocidade em CPU.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Resultados — comparação no holdout (random_state=42)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411480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463040"/>
            <a:ext cx="182880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CV RMSLE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201168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Holdout RMSLE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463040"/>
            <a:ext cx="182880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MAE (USD)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1463040"/>
            <a:ext cx="137160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0" y="15544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2024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391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Ridge (baseline, alpha=1.0)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92024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03911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92024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3911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ver 02_baseline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92024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03911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1920240"/>
            <a:ext cx="1371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203911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46888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58775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RandomForest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46888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5877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0.1403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46888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5877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0.1452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46888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5877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17,307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32720" y="2468880"/>
            <a:ext cx="1371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258775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A47"/>
                </a:solidFill>
                <a:latin typeface="Calibri"/>
              </a:rPr>
              <a:t>0.8831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017520"/>
            <a:ext cx="4114800" cy="54864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3639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2A47"/>
                </a:solidFill>
                <a:latin typeface="Calibri"/>
              </a:rPr>
              <a:t>XGBoost (vencedor)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3017520"/>
            <a:ext cx="1828800" cy="54864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13639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2A47"/>
                </a:solidFill>
                <a:latin typeface="Calibri"/>
              </a:rPr>
              <a:t>0.1314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017520"/>
            <a:ext cx="2011680" cy="54864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13639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2A47"/>
                </a:solidFill>
                <a:latin typeface="Calibri"/>
              </a:rPr>
              <a:t>0.1391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017520"/>
            <a:ext cx="1828800" cy="54864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13639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2A47"/>
                </a:solidFill>
                <a:latin typeface="Calibri"/>
              </a:rPr>
              <a:t>17,195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32720" y="3017520"/>
            <a:ext cx="1371600" cy="54864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313639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2A47"/>
                </a:solidFill>
                <a:latin typeface="Calibri"/>
              </a:rPr>
              <a:t>0.8834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37B00"/>
                </a:solidFill>
                <a:latin typeface="Calibri"/>
              </a:rPr>
              <a:t>XGBoost venceu por 0.9pp em CV RMSLE.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Critério de aceitação CA-03 do PRD: RMSLE ≤ 0.16 — atendido com folga (0.139).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Hiperparâmetros vencedores — xgb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colsample_bytree: 0.7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learning_rate: 0.05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max_depth: 4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n_estimators: 300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69848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Interpretação:
• max_depth=4 + n_estimators=300 = árvores rasas mas muitas — controle de variância.
• learning_rate=0.05 + colsample_bytree=0.7 = regularização pelo amostrar features por árvore.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Decisões críticas — ADRs em docs/decisions.md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943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1887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Log-transform no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RMSLE oficial Kaggle exige; skew cai de 1.88 para 0.12.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731520" cy="5943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208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019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Object cols descartadas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94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Limitação herdada do pré-processamento; Neighborhood perdido. Aceito como dívida MVP.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15184"/>
            <a:ext cx="731520" cy="5943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340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1518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PRD errou em 49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907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Inspeção mostrou 48; documentado, não corrigido no PRD.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28415"/>
            <a:ext cx="731520" cy="5943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7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28415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Streamlit chama API + fallback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21023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API em dev; src.predict direto em deploy (R-04).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41648"/>
            <a:ext cx="731520" cy="5943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416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NaN scrub no metadata.json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3425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XGBRegressor.get_params['missing']=NaN; convertido a null para JSON válido.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54880"/>
            <a:ext cx="731520" cy="5943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737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7548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Cache módulo-level _TRAIN_DF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0474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Side-effect no import documentado; defaults via cópia.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68112"/>
            <a:ext cx="731520" cy="5943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8698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46811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Vencedor por CV, não holdout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Holdout reservado para reporte; usá-lo para seleção = vazamento.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API FastAPI —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20040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463040"/>
            <a:ext cx="685800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5544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Comportamento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07040" y="1463040"/>
            <a:ext cx="155448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1554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084832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2A47"/>
                </a:solidFill>
                <a:latin typeface="Consolas"/>
              </a:rPr>
              <a:t>GET /health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920240"/>
            <a:ext cx="6858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2084832"/>
            <a:ext cx="67116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200 + status, model_loaded boolean (lifespan-cached).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920240"/>
            <a:ext cx="1554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80192" y="2084832"/>
            <a:ext cx="140817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no 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862072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2A47"/>
                </a:solidFill>
                <a:latin typeface="Consolas"/>
              </a:rPr>
              <a:t>GET /model-info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697480"/>
            <a:ext cx="6858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2" y="2862072"/>
            <a:ext cx="67116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200 + metadata.json completo (lru_cache).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2697480"/>
            <a:ext cx="1554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80192" y="2862072"/>
            <a:ext cx="140817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no 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639312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2A47"/>
                </a:solidFill>
                <a:latin typeface="Consolas"/>
              </a:rPr>
              <a:t>POST /predict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3474720"/>
            <a:ext cx="6858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2" y="3639312"/>
            <a:ext cx="67116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HouseFeatures(48 floats) → predicted_price + model_version. 422 se incompleto.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474720"/>
            <a:ext cx="1554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0192" y="3639312"/>
            <a:ext cx="140817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no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Latência medida: p50 ~7ms, max ~14ms (TestClient, sem rede). CORSMiddleware permissivo. Logging estruturado em INFO/WARNING.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Front-end Streamlit — 3 páginas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37160" cy="109728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A47"/>
                </a:solidFill>
                <a:latin typeface="Consolas"/>
              </a:rPr>
              <a:t>1_Predicao.py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Formulário com 14 campos visíveis + 34 defaults (mediana). Botão estima preço e mostra percentil na distribuição do treino.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37160" cy="109728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A47"/>
                </a:solidFill>
                <a:latin typeface="Consolas"/>
              </a:rPr>
              <a:t>2_Insights.py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6 visualizações Plotly: importância de features, distribuição, preço por OverallQual, scatter holdout, comparação RF vs XGB, correlação top 10.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37160" cy="109728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A47"/>
                </a:solidFill>
                <a:latin typeface="Consolas"/>
              </a:rPr>
              <a:t>3_Tecnico.py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Hiperparâmetros, métricas, comparação detalhada, versões das libs, links para PRD e código.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Cobertura de testes — 16 testes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tests/test_preprocessing.py — 5 testes (shapes, defaults, FEATURE_NAMES sem dup).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tests/test_predict.py — 3 testes (load_model, range, ValueError em chave faltante).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tests/test_train.py — 4 testes (_scrub_nan, evaluate_holdout, save_model + tmp_path).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tests/test_api.py — 4 testes via TestClient (/health, /model-info, /predict 200 e 422).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AppTest — 4 scripts Streamlit validados (0 exceptions; clique em 'Estimar preço' renderiza preço).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Latência /predict medida em test fixture: p50 ~7ms, max ~14ms.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GitHub: https://github.com/EversonRodrigues/projeto-preco-casas (público, MIT).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Streamlit Cloud com runtime.txt fixando python-3.12.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URL pública: https://projeto-preco-casas-rai4onxlzxzwjxvntdxmdv.streamlit.app/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11 commits granulares — um por milestone (P-X, M1-M6).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models/best_model.pkl + metadata.json versionados — modelo é parte do produto.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data/*.csv versionados — datasets pré-processados são input canônico.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Critérios de aceitação — PRD Seção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280160"/>
            <a:ext cx="594360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3716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Critério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280160"/>
            <a:ext cx="457200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73736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8562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prepare_features retorna shape (N, 48)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737360"/>
            <a:ext cx="457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8562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com 48 (D-03)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94560"/>
            <a:ext cx="109728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134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194560"/>
            <a:ext cx="59436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23134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RF e XGB grid em &lt; 15 min cada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194560"/>
            <a:ext cx="4572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3134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— poucos minutos cada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706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265176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27706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RMSLE ≤ 0.16 no holdout 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651760"/>
            <a:ext cx="457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770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— 0.139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08960"/>
            <a:ext cx="109728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278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0" y="3108960"/>
            <a:ext cx="59436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32278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best_model.pkl carrega e prediz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108960"/>
            <a:ext cx="4572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2278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— tests/test_predict.py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661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6850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356616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37360" y="36850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POST /predict &lt; 500ms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566160"/>
            <a:ext cx="457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36850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— p50 ~7ms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023360"/>
            <a:ext cx="109728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422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0" y="4023360"/>
            <a:ext cx="59436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37360" y="41422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POST /predict inválido → 422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4023360"/>
            <a:ext cx="4572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41422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— tests/test_api.py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4805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5994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448056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45994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Streamlit carrega 3 páginas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4480560"/>
            <a:ext cx="457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45994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— AppTest 0 exceptions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937760"/>
            <a:ext cx="109728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0566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0" y="4937760"/>
            <a:ext cx="59436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37360" y="50566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Predicao estima preço em &lt; 2s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0" y="4937760"/>
            <a:ext cx="4572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5056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— sub-segundo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3949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5138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CA-09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0" y="539496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7360" y="55138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Insights exibe 6 gráficos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5394960"/>
            <a:ext cx="457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0" y="55138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5852160"/>
            <a:ext cx="109728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9710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CA-10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5920" y="5852160"/>
            <a:ext cx="59436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37360" y="59710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Deploy público com link no README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0" y="5852160"/>
            <a:ext cx="4572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80960" y="59710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atendido — Streamlit Cloud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E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Próximos passos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Reincluir Neighborhood via target encoding ou ordinal — esperado +5pp em precisão.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Pinning exato via pip-tools (requirements.lock) para reprodutibilidade bit-a-bit.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GitHub Actions: rodar pytest em PRs + smoke da API + AppTest.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API com auth (header) e rate-limit (slowapi) se for além de demo.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Drift monitoring: log de predições + comparação com distribuição de treino.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SHAP por predição na página Predicao — explica para o usuário final.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Versionamento de modelos via MLflow ou DVC + model registry.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A/B test contra Ridge baseline — confirmar que ganho do XGB é estatisticamente significativo.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Referências do repositório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docs/PRD.md — design completo (escopo, riscos, CA).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docs/plano_implementacao.md — decomposição em P-1 a M6.5.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docs/decisions.md — 7 ADRs documentando trade-offs.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docs/metrics.json — métricas finais + comparison RF vs XGB.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models/metadata.json — hiperparâmetros, train_date, lib versions.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notebooks/01_eda.ipynb — análise exploratória completa.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notebooks/02_baseline.ipynb — Ridge no mesmo holdout.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notebooks/03_grid_search.ipynb — pipeline refatorado consumindo src/.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notebooks/04_avaliacao_final.ipynb — predições, resíduos, comparação Ridge vs RF vs XGB.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  <a:latin typeface="Calibri"/>
              </a:rPr>
              <a:t>github.com/EversonRodrigues/projeto-preco-casas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