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E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Estimador de Preços de Casas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CDDEE"/>
                </a:solidFill>
                <a:latin typeface="Calibri"/>
              </a:rPr>
              <a:t>Como o sistema funciona e que valor entrega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Apresentação executiva  | 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Por que estimar preços de casas?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Avaliação imobiliária manual depende de corretor — leva dias e tem viés.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Compradores e vendedores precisam de uma referência rápida e isenta.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Bancos e seguradoras precisam de pricing consistente em escala.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Investidores comparam centenas de imóveis — precisam filtrar antes de visitar.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37B00"/>
                </a:solidFill>
                <a:latin typeface="Calibri"/>
              </a:rPr>
              <a:t>Em todos esses casos, um modelo bem treinado é mais barato, mais rápido e mais auditável.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Executivo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 que este projeto entrega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37160" cy="10515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Página de Predição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Você preenche características da casa e recebe uma estimativa em segundos.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1069848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137160" cy="10515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Página de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Gráficos mostrando o que mais influencia o preço (qualidade, área, ano de construção, etc.).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1069848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137160" cy="10515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8619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Página Técnica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5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Hiperparâmetros, métricas e versões — para auditoria e checagem técnica.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1069848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137160" cy="10515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API automatizada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40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Outros sistemas (CRM, simuladores) podem consultar o modelo sem precisar do app web.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Executivo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Como o usuário interage com o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6304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E2A47"/>
                </a:solidFill>
                <a:latin typeface="Calibri"/>
              </a:rPr>
              <a:t>Abre a página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745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Acessa a URL do app no navegador (Chrome, Edge, qualquer um).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914400" cy="91440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5176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E2A47"/>
                </a:solidFill>
                <a:latin typeface="Calibri"/>
              </a:rPr>
              <a:t>Preenche formulário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063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Informa o que sabe sobre a casa: qualidade geral, área, ano, vagas, banheiros...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914400" cy="91440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79"/>
            <a:ext cx="914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840479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E2A47"/>
                </a:solidFill>
                <a:latin typeface="Calibri"/>
              </a:rPr>
              <a:t>Clica em Estimar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25195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Sistema calcula em menos de 1 segundo.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914400" cy="91440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0292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E2A47"/>
                </a:solidFill>
                <a:latin typeface="Calibri"/>
              </a:rPr>
              <a:t>Vê o resultado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440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Recebe o preço estimado e em qual faixa do mercado de Ames a casa se posiciona.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Executivo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Quão preciso é o sistema?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566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566160" cy="73152"/>
          </a:xfrm>
          <a:prstGeom prst="rect">
            <a:avLst/>
          </a:prstGeom>
          <a:solidFill>
            <a:srgbClr val="E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0E2A47"/>
                </a:solidFill>
                <a:latin typeface="Calibri"/>
              </a:rPr>
              <a:t>US$ 17.195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Erro médio em dólares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463040"/>
            <a:ext cx="3566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463040"/>
            <a:ext cx="3566160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0E2A47"/>
                </a:solidFill>
                <a:latin typeface="Calibri"/>
              </a:rPr>
              <a:t>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9260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Da variação do preço explicada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463040"/>
            <a:ext cx="3108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463040"/>
            <a:ext cx="3108960" cy="7315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0E2A47"/>
                </a:solidFill>
                <a:latin typeface="Calibri"/>
              </a:rPr>
              <a:t>0.139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RMSLE — métrica oficial Kaggle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Em casas típicas (~US$ 180 mil), o sistema erra em média menos de 10% do valor.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Para 88% dos imóveis a estimativa cai dentro de uma faixa razoável para uma decisão informada.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Para os 12% restantes (mansões e casos atípicos) recomenda-se avaliação humana.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A precisão tende a melhorar com mais dados ou features adicionais (localização, fotos).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Executivo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Onde isso pode ser usado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" cy="8229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2A47"/>
                </a:solidFill>
                <a:latin typeface="Calibri"/>
              </a:rPr>
              <a:t>Imobiliária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1732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Triagem rápida de imóveis recebidos — qual vale a pena visitar.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137160" cy="8229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2A47"/>
                </a:solidFill>
                <a:latin typeface="Calibri"/>
              </a:rPr>
              <a:t>Banco / Seguradora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7744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Pré-avaliação automática para crédito imobiliário e cálculo de prêmios.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137160" cy="8229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37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2A47"/>
                </a:solidFill>
                <a:latin typeface="Calibri"/>
              </a:rPr>
              <a:t>Investidor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33756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Filtrar centenas de listagens, focar nos imóveis com preço fora da curva.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137160" cy="8229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2A47"/>
                </a:solidFill>
                <a:latin typeface="Calibri"/>
              </a:rPr>
              <a:t>Plataforma 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29768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Mostrar 'preço sugerido' para vendedores que estão criando anúncios.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12080"/>
            <a:ext cx="137160" cy="82296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2578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2A47"/>
                </a:solidFill>
                <a:latin typeface="Calibri"/>
              </a:rPr>
              <a:t>Educação / Auditoria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257800"/>
            <a:ext cx="7589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Material didático sobre como modelos de ML são construídos.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Executivo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E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 que o sistema NÃO faz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Não substitui avaliação humana em casos complexos — é uma referência, não um veredito.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O dataset é da cidade de Ames, Iowa (EUA), 2006-2010. Para outros mercados ou anos, precisa retreinar.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Não inclui o bairro como feature — limitação herdada do pré-processamento original.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Não considera fotos, condições visuais, vista, vizinhança subjetiva.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Não atualiza automaticamente com o mercado — qualidade decai se não retreinar regularmente.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Executivo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 que está pronto para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Aplicativo web público (link compartilhável)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API para integração com outros sistemas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Modelo treinado, salvo e versionado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Documentação técnica completa (PRD, decisões, plano)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Notebooks com toda análise exploratória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Conjunto de testes automatizados (16 testes)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Repositório no GitHub, com histórico claro de cada milestone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Executivo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E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Próximos passos sugeridos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777240"/>
          </a:xfrm>
          <a:prstGeom prst="rect">
            <a:avLst/>
          </a:prstGeom>
          <a:solidFill>
            <a:srgbClr val="E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Curto prazo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0876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Adicionar bairro como feature — esperamos +5pp em precisão.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2011680" cy="777240"/>
          </a:xfrm>
          <a:prstGeom prst="rect">
            <a:avLst/>
          </a:prstGeom>
          <a:solidFill>
            <a:srgbClr val="E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Curto prazo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2316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Painel de monitoramento: alertar se a qualidade cair.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2011680" cy="77724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Médio prazo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33756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Coletar dados mais recentes (pós-2010) e adaptar para o mercado brasileiro.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2011680" cy="77724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Médio prazo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25196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Adicionar fotos da casa via visão computacional.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29200"/>
            <a:ext cx="2011680" cy="7772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Longo prazo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16636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Treinar modelos por região para capturar dinâmicas locais.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Executivo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Como ver o sistema funcionando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Demo público (clique para abrir no navegador):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Calibri"/>
              </a:rPr>
              <a:t>https://projeto-preco-casas-rai4onxlzxzwjxvntdxmdv.streamlit.app/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Código-fonte: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Calibri"/>
              </a:rPr>
              <a:t>https://github.com/EversonRodrigues/projeto-preco-casas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72000"/>
            <a:ext cx="1069848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Sugestão para a apresentação ao vivo:
1) Abrir Predição → preencher 5 campos → mostrar preço.
2) Abrir Insights → mostrar quais features mais pesam.
3) Mencionar a URL pública para a audiência testar depois.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Preço de Casas  |  Deck Executivo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019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333333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  <a:latin typeface="Calibri"/>
              </a:rPr>
              <a:t>Para detalhes técnicos, ver Deck Técnico.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